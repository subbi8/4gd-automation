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1F651-C35C-EF96-88F8-2889BA2DA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7860C-EF85-4A36-CEA0-CDB8F7334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F9873-FFAA-C896-5E45-63263996E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83EB2-E76E-4838-91D7-587AF55E618D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36D68-8FB8-0B84-BA61-FB9273573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7F8C3-C00F-5547-8CEA-AE4DA486A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23C1-9C63-42D1-99BD-BE77C8AEF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85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2FCC-413B-6703-204E-FADC70693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AAC9F-2871-5827-6150-A5F45CF83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3CAFF-6EFB-0B69-32BD-13F14F8E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83EB2-E76E-4838-91D7-587AF55E618D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561A1-34E9-6326-89A4-D1EB5B876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35A95-326F-7843-FC8D-CB557DB0A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23C1-9C63-42D1-99BD-BE77C8AEF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12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85DE-FF39-6A32-4825-9EB9DA674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C34D-33DE-B204-ADFD-61BB81E84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3C0D1-5D80-87C9-AE3B-F783D4EA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83EB2-E76E-4838-91D7-587AF55E618D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8A193-D7BC-370C-2F02-1295B0D33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7D578-7E13-848F-EC8F-258E9944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23C1-9C63-42D1-99BD-BE77C8AEF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111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B3BB5-710E-8E9B-1626-ABE23F75C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88A9A-3944-03DD-E636-A7258CE1BF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EC78C-DC50-F12C-F21D-8E3F3DA17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B3CB7-2B0B-4946-6E03-A6022B93B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83EB2-E76E-4838-91D7-587AF55E618D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5E434-B878-937A-7905-F8267B48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9E1EA-7A75-DE57-F111-C183FD84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23C1-9C63-42D1-99BD-BE77C8AEF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53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4C377-F24E-B8F5-EE6F-6D9BAD048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28436-39B0-3981-A87D-FB76ABC2F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0724F-AA90-F97F-B850-3ACCDA99F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813C1C-6B59-82D0-7EEF-7DEE7A518E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77C0A-60C8-F19F-67FF-90B14D388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CDB8C6-FEC1-6908-71A7-FEAED0D0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83EB2-E76E-4838-91D7-587AF55E618D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98E80C-D39E-1B10-1FBB-14F3BDAB2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5CF8A5-AFCE-0C95-826E-88D94EAA1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23C1-9C63-42D1-99BD-BE77C8AEF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771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F94C-B346-55A7-805A-3C0F8160E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576CFE-D25C-B8C1-3844-9FE21CB8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83EB2-E76E-4838-91D7-587AF55E618D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2A0D0E-1FEA-39EA-B313-B68C6503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7DB3E-D7C2-8308-8B3B-3CDCCA9AD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23C1-9C63-42D1-99BD-BE77C8AEF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938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DC1751-C99C-D9CB-4F74-2B99F48D4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83EB2-E76E-4838-91D7-587AF55E618D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01EDE-D7BD-2C6A-B3AB-B69EFE4C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42334-817E-617F-4801-AD7EE5868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23C1-9C63-42D1-99BD-BE77C8AEF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143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47832-34B8-8999-3F02-81FC1B42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CEA94-FCC8-8447-956D-55722A2A3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4E9B2-3953-0E8D-604F-311A9EB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E34C8-6D45-CB27-4F22-D19AA60DE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83EB2-E76E-4838-91D7-587AF55E618D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C29A8-4031-8CE4-E758-3B96015C9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E71C5-B54C-4453-227D-F3EEAD1C3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23C1-9C63-42D1-99BD-BE77C8AEF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80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A4469-31DD-B188-709F-A186611EA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F360A9-6F9A-E470-A467-C8D661A44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4EA7A-8C19-EE73-C363-D8C0E2ECD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65AF9-A27E-7726-7558-27ABEB757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83EB2-E76E-4838-91D7-587AF55E618D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1283F-59EE-D5BA-766B-962DA482A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36F60-8C4C-4A75-3210-BF3023C2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23C1-9C63-42D1-99BD-BE77C8AEF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875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A660-9D10-2EAF-0C87-2B3EC0D0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8DDFA-40E0-DAE1-79F6-147668137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612B9-17F7-CD21-2481-EC2CCA235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83EB2-E76E-4838-91D7-587AF55E618D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4C90E-84A9-6823-4C34-D9657EF3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01995-53FD-D55E-19D2-969C69F5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23C1-9C63-42D1-99BD-BE77C8AEF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430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E73F61-FF0D-02B4-B2F2-1AE8AB82D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32EF1D-678D-C2C0-633C-0E71E3BE0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05407-687A-A8FF-2AFE-8C79B1B7E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83EB2-E76E-4838-91D7-587AF55E618D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A6A56-5AE1-A9C7-88A3-89E66E986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39A8C-0D52-778D-5DCC-B7D85B003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F23C1-9C63-42D1-99BD-BE77C8AEF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191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FA35F0-B473-765E-CD8C-7D4DD37A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5F406-DB20-691B-B6F6-B3B68904B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5161E-FC1C-2753-C07E-5D43A94F86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83EB2-E76E-4838-91D7-587AF55E618D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A9837-9EDF-A1E4-2425-48CF92540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C56A3-107E-CE57-9BB9-DB886350D8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F23C1-9C63-42D1-99BD-BE77C8AEF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890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4C3F-389A-B6DD-A270-5F2DA035A7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Capstone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540900-FC28-3651-086E-5A3173152D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The </a:t>
            </a:r>
            <a:r>
              <a:rPr lang="en-US" b="1"/>
              <a:t>capstone project proposal</a:t>
            </a:r>
            <a:r>
              <a:rPr lang="en-US"/>
              <a:t> begins with an </a:t>
            </a:r>
            <a:r>
              <a:rPr lang="en-US" b="1"/>
              <a:t>abstract</a:t>
            </a:r>
            <a:r>
              <a:rPr lang="en-US"/>
              <a:t> and </a:t>
            </a:r>
            <a:r>
              <a:rPr lang="en-US" b="1"/>
              <a:t>introduction</a:t>
            </a:r>
            <a:r>
              <a:rPr lang="en-US"/>
              <a:t>, followed by the </a:t>
            </a:r>
            <a:r>
              <a:rPr lang="en-US" b="1"/>
              <a:t>methodology</a:t>
            </a:r>
            <a:r>
              <a:rPr lang="en-US"/>
              <a:t> describing the </a:t>
            </a:r>
            <a:r>
              <a:rPr lang="en-US" b="1"/>
              <a:t>design</a:t>
            </a:r>
            <a:r>
              <a:rPr lang="en-US"/>
              <a:t> and </a:t>
            </a:r>
            <a:r>
              <a:rPr lang="en-US" b="1"/>
              <a:t>implementation</a:t>
            </a:r>
            <a:r>
              <a:rPr lang="en-US"/>
              <a:t>, where </a:t>
            </a:r>
            <a:r>
              <a:rPr lang="en-US" b="1"/>
              <a:t>data collection</a:t>
            </a:r>
            <a:r>
              <a:rPr lang="en-US"/>
              <a:t> through an </a:t>
            </a:r>
            <a:r>
              <a:rPr lang="en-US" b="1"/>
              <a:t>experiment</a:t>
            </a:r>
            <a:r>
              <a:rPr lang="en-US"/>
              <a:t> leads to </a:t>
            </a:r>
            <a:r>
              <a:rPr lang="en-US" b="1"/>
              <a:t>analysis</a:t>
            </a:r>
            <a:r>
              <a:rPr lang="en-US"/>
              <a:t>, </a:t>
            </a:r>
            <a:r>
              <a:rPr lang="en-US" b="1"/>
              <a:t>results</a:t>
            </a:r>
            <a:r>
              <a:rPr lang="en-US"/>
              <a:t>, </a:t>
            </a:r>
            <a:r>
              <a:rPr lang="en-US" b="1"/>
              <a:t>evaluation</a:t>
            </a:r>
            <a:r>
              <a:rPr lang="en-US"/>
              <a:t>, and </a:t>
            </a:r>
            <a:r>
              <a:rPr lang="en-US" b="1"/>
              <a:t>discussion</a:t>
            </a:r>
            <a:r>
              <a:rPr lang="en-US"/>
              <a:t>, documented across each </a:t>
            </a:r>
            <a:r>
              <a:rPr lang="en-US" b="1"/>
              <a:t>phase</a:t>
            </a:r>
            <a:r>
              <a:rPr lang="en-US"/>
              <a:t> and </a:t>
            </a:r>
            <a:r>
              <a:rPr lang="en-US" b="1"/>
              <a:t>milestone</a:t>
            </a:r>
            <a:r>
              <a:rPr lang="en-US"/>
              <a:t>, supported by </a:t>
            </a:r>
            <a:r>
              <a:rPr lang="en-US" b="1"/>
              <a:t>slides</a:t>
            </a:r>
            <a:r>
              <a:rPr lang="en-US"/>
              <a:t> and a </a:t>
            </a:r>
            <a:r>
              <a:rPr lang="en-US" b="1"/>
              <a:t>presentation</a:t>
            </a:r>
            <a:r>
              <a:rPr lang="en-US"/>
              <a:t>, and finalized with a </a:t>
            </a:r>
            <a:r>
              <a:rPr lang="en-US" b="1"/>
              <a:t>conclusion</a:t>
            </a:r>
            <a:r>
              <a:rPr lang="en-US"/>
              <a:t>, </a:t>
            </a:r>
            <a:r>
              <a:rPr lang="en-US" b="1"/>
              <a:t>references</a:t>
            </a:r>
            <a:r>
              <a:rPr lang="en-US"/>
              <a:t>, and </a:t>
            </a:r>
            <a:r>
              <a:rPr lang="en-US" b="1"/>
              <a:t>final submission</a:t>
            </a:r>
            <a:r>
              <a:rPr lang="en-US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1091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Capstone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Subham Bhuyan</dc:creator>
  <cp:lastModifiedBy>Subham Bhuyan</cp:lastModifiedBy>
  <cp:revision>1</cp:revision>
  <dcterms:created xsi:type="dcterms:W3CDTF">2025-12-29T08:49:25Z</dcterms:created>
  <dcterms:modified xsi:type="dcterms:W3CDTF">2025-12-29T08:50:18Z</dcterms:modified>
</cp:coreProperties>
</file>